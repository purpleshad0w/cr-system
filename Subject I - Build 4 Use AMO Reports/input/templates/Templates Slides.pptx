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435" r:id="rId5"/>
    <p:sldId id="483" r:id="rId6"/>
  </p:sldIdLst>
  <p:sldSz cx="18288000" cy="10287000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Verdana" panose="020B060403050404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47D45A"/>
    <a:srgbClr val="FF5C19"/>
    <a:srgbClr val="FF7610"/>
    <a:srgbClr val="196B24"/>
    <a:srgbClr val="FFC000"/>
    <a:srgbClr val="818181"/>
    <a:srgbClr val="FD4141"/>
    <a:srgbClr val="B6C1B8"/>
    <a:srgbClr val="FF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20" autoAdjust="0"/>
  </p:normalViewPr>
  <p:slideViewPr>
    <p:cSldViewPr snapToGrid="0">
      <p:cViewPr varScale="1">
        <p:scale>
          <a:sx n="54" d="100"/>
          <a:sy n="54" d="100"/>
        </p:scale>
        <p:origin x="782" y="2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ave CINQUANTA" userId="89c3e02c-f1c9-446e-b6f9-21fb849d67d7" providerId="ADAL" clId="{A9C6C70A-4628-4C71-9FB0-62B06E5840EB}"/>
    <pc:docChg chg="custSel modSld">
      <pc:chgData name="Octave CINQUANTA" userId="89c3e02c-f1c9-446e-b6f9-21fb849d67d7" providerId="ADAL" clId="{A9C6C70A-4628-4C71-9FB0-62B06E5840EB}" dt="2026-04-03T07:44:47.368" v="4" actId="478"/>
      <pc:docMkLst>
        <pc:docMk/>
      </pc:docMkLst>
      <pc:sldChg chg="delSp modSp mod">
        <pc:chgData name="Octave CINQUANTA" userId="89c3e02c-f1c9-446e-b6f9-21fb849d67d7" providerId="ADAL" clId="{A9C6C70A-4628-4C71-9FB0-62B06E5840EB}" dt="2026-04-03T07:44:43.969" v="2" actId="478"/>
        <pc:sldMkLst>
          <pc:docMk/>
          <pc:sldMk cId="3961354135" sldId="435"/>
        </pc:sldMkLst>
        <pc:spChg chg="del">
          <ac:chgData name="Octave CINQUANTA" userId="89c3e02c-f1c9-446e-b6f9-21fb849d67d7" providerId="ADAL" clId="{A9C6C70A-4628-4C71-9FB0-62B06E5840EB}" dt="2026-04-03T07:44:39.295" v="0" actId="478"/>
          <ac:spMkLst>
            <pc:docMk/>
            <pc:sldMk cId="3961354135" sldId="435"/>
            <ac:spMk id="10" creationId="{EB3639AD-7626-DBA9-6ECA-F4C282BD0CFD}"/>
          </ac:spMkLst>
        </pc:spChg>
        <pc:spChg chg="del mod">
          <ac:chgData name="Octave CINQUANTA" userId="89c3e02c-f1c9-446e-b6f9-21fb849d67d7" providerId="ADAL" clId="{A9C6C70A-4628-4C71-9FB0-62B06E5840EB}" dt="2026-04-03T07:44:43.969" v="2" actId="478"/>
          <ac:spMkLst>
            <pc:docMk/>
            <pc:sldMk cId="3961354135" sldId="435"/>
            <ac:spMk id="14" creationId="{4E97CD34-5C3C-299E-4141-5785B8F245D9}"/>
          </ac:spMkLst>
        </pc:spChg>
      </pc:sldChg>
      <pc:sldChg chg="delSp mod">
        <pc:chgData name="Octave CINQUANTA" userId="89c3e02c-f1c9-446e-b6f9-21fb849d67d7" providerId="ADAL" clId="{A9C6C70A-4628-4C71-9FB0-62B06E5840EB}" dt="2026-04-03T07:44:47.368" v="4" actId="478"/>
        <pc:sldMkLst>
          <pc:docMk/>
          <pc:sldMk cId="1196296059" sldId="483"/>
        </pc:sldMkLst>
        <pc:spChg chg="del">
          <ac:chgData name="Octave CINQUANTA" userId="89c3e02c-f1c9-446e-b6f9-21fb849d67d7" providerId="ADAL" clId="{A9C6C70A-4628-4C71-9FB0-62B06E5840EB}" dt="2026-04-03T07:44:46.238" v="3" actId="478"/>
          <ac:spMkLst>
            <pc:docMk/>
            <pc:sldMk cId="1196296059" sldId="483"/>
            <ac:spMk id="10" creationId="{D620E9BC-5027-4638-034C-147681D392BD}"/>
          </ac:spMkLst>
        </pc:spChg>
        <pc:spChg chg="del">
          <ac:chgData name="Octave CINQUANTA" userId="89c3e02c-f1c9-446e-b6f9-21fb849d67d7" providerId="ADAL" clId="{A9C6C70A-4628-4C71-9FB0-62B06E5840EB}" dt="2026-04-03T07:44:47.368" v="4" actId="478"/>
          <ac:spMkLst>
            <pc:docMk/>
            <pc:sldMk cId="1196296059" sldId="483"/>
            <ac:spMk id="14" creationId="{9228B391-C909-6A1D-6412-AFC1D2C9DC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EE7AACE-225C-0091-9DB9-983F8F4EA7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0C068B9-2726-E0E6-86E9-6C24CBC7F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82855-BA57-4003-9446-17B85183D854}" type="datetimeFigureOut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6CA995-90EA-5971-13BA-7A8699CA4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FF977D-E477-F75F-30B4-BCA149D1C6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C1112-E35B-4DFB-B65F-C4A71C31BF0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0814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8E742-30BA-4E0C-9FF8-35B9CEFE9EC2}" type="datetimeFigureOut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36C8-83A3-4D3F-AEAD-D34FFC73DD4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3781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5E5E-9BB7-7AF2-D85A-82320574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EC4A0D-13C6-0FBC-684A-BC66037DC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1AB001-E770-F877-1530-FD419FA2B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5671AA-FD5B-4F9D-63D3-DA1E99186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B36C8-83A3-4D3F-AEAD-D34FFC73DD4C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051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171700"/>
            <a:ext cx="7772400" cy="1470025"/>
          </a:xfrm>
        </p:spPr>
        <p:txBody>
          <a:bodyPr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060EAA-A68E-E8EE-4DA5-16D9DAD3C6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1200" y="0"/>
            <a:ext cx="8686800" cy="10287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1800"/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Ambré, orange, léger&#10;&#10;Description générée automatiquement">
            <a:extLst>
              <a:ext uri="{FF2B5EF4-FFF2-40B4-BE49-F238E27FC236}">
                <a16:creationId xmlns:a16="http://schemas.microsoft.com/office/drawing/2014/main" id="{68DD7C5C-4806-F411-9422-9F030E4925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4"/>
          <a:stretch/>
        </p:blipFill>
        <p:spPr>
          <a:xfrm rot="16200000">
            <a:off x="3981449" y="-3981450"/>
            <a:ext cx="10325101" cy="1828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18572A-361C-2B95-88A2-BC7E197F546F}"/>
              </a:ext>
            </a:extLst>
          </p:cNvPr>
          <p:cNvSpPr/>
          <p:nvPr userDrawn="1"/>
        </p:nvSpPr>
        <p:spPr>
          <a:xfrm>
            <a:off x="-13050" y="-19051"/>
            <a:ext cx="18301050" cy="10287000"/>
          </a:xfrm>
          <a:prstGeom prst="rect">
            <a:avLst/>
          </a:prstGeom>
          <a:solidFill>
            <a:schemeClr val="dk1">
              <a:alpha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5181" y="1526459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35525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3474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18572A-361C-2B95-88A2-BC7E197F546F}"/>
              </a:ext>
            </a:extLst>
          </p:cNvPr>
          <p:cNvSpPr/>
          <p:nvPr userDrawn="1"/>
        </p:nvSpPr>
        <p:spPr>
          <a:xfrm>
            <a:off x="0" y="0"/>
            <a:ext cx="18301050" cy="10287000"/>
          </a:xfrm>
          <a:prstGeom prst="rect">
            <a:avLst/>
          </a:prstGeom>
          <a:solidFill>
            <a:schemeClr val="dk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5181" y="1526459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35525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795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0F3E05-4F47-96D3-7CAD-602937E72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9AAFB0BF-5C3C-6C86-CE4B-690447EE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152651-C40A-7583-9C5F-C19F0DB924A6}"/>
              </a:ext>
            </a:extLst>
          </p:cNvPr>
          <p:cNvSpPr txBox="1"/>
          <p:nvPr userDrawn="1"/>
        </p:nvSpPr>
        <p:spPr>
          <a:xfrm>
            <a:off x="13080527" y="9618255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chemeClr val="tx1"/>
                </a:solidFill>
              </a:rPr>
              <a:t>Page </a:t>
            </a:r>
            <a:fld id="{0C6161A5-2ABC-4CD5-A0CA-20BCC3409828}" type="slidenum">
              <a:rPr lang="fr-FR" b="1" smtClean="0">
                <a:solidFill>
                  <a:schemeClr val="tx1"/>
                </a:solidFill>
              </a:rPr>
              <a:t>‹N°›</a:t>
            </a:fld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C945D710-2AD8-8A50-76E8-7273901B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877" y="9618254"/>
            <a:ext cx="1828800" cy="345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8" r:id="rId3"/>
    <p:sldLayoutId id="2147483655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9640-7FCD-D4BA-EBEE-F7EEA322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8D60281F-B569-95D9-2A5F-07B6A00F490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9" r="12899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D67B388-A403-C580-D76C-3468BA40F563}"/>
              </a:ext>
            </a:extLst>
          </p:cNvPr>
          <p:cNvSpPr/>
          <p:nvPr/>
        </p:nvSpPr>
        <p:spPr>
          <a:xfrm>
            <a:off x="9220200" y="1481960"/>
            <a:ext cx="4328215" cy="420408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370BF1E-5E80-8D44-4656-6151AA3BD1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r="291"/>
          <a:stretch/>
        </p:blipFill>
        <p:spPr>
          <a:xfrm>
            <a:off x="9225207" y="5790912"/>
            <a:ext cx="4323207" cy="4496087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45864AE-F78C-FF0D-E883-8A38AB205F43}"/>
              </a:ext>
            </a:extLst>
          </p:cNvPr>
          <p:cNvSpPr/>
          <p:nvPr/>
        </p:nvSpPr>
        <p:spPr>
          <a:xfrm>
            <a:off x="9225208" y="6189896"/>
            <a:ext cx="4306589" cy="4106532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08FE9B42-6753-53CA-3753-DAF49C7CB82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46" b="27646"/>
          <a:stretch/>
        </p:blipFill>
        <p:spPr>
          <a:xfrm>
            <a:off x="13685188" y="8385229"/>
            <a:ext cx="4034734" cy="186504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8FB551FD-F555-64DC-669F-31125EC3D56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98" b="33298"/>
          <a:stretch/>
        </p:blipFill>
        <p:spPr>
          <a:xfrm>
            <a:off x="9225213" y="0"/>
            <a:ext cx="4306587" cy="1104900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94F983C5-DE62-F78C-AF6E-974312053089}"/>
              </a:ext>
            </a:extLst>
          </p:cNvPr>
          <p:cNvSpPr txBox="1"/>
          <p:nvPr/>
        </p:nvSpPr>
        <p:spPr>
          <a:xfrm>
            <a:off x="9222507" y="5343367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DC663E5-20CB-39D9-3315-04040BC213A4}"/>
              </a:ext>
            </a:extLst>
          </p:cNvPr>
          <p:cNvSpPr/>
          <p:nvPr/>
        </p:nvSpPr>
        <p:spPr>
          <a:xfrm>
            <a:off x="13682756" y="8404279"/>
            <a:ext cx="4034733" cy="188128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FB47B7D-B95B-7ADB-3BAF-1998E78168A0}"/>
              </a:ext>
            </a:extLst>
          </p:cNvPr>
          <p:cNvSpPr txBox="1"/>
          <p:nvPr/>
        </p:nvSpPr>
        <p:spPr>
          <a:xfrm>
            <a:off x="14527975" y="1228342"/>
            <a:ext cx="2402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+mj-lt"/>
              </a:rPr>
              <a:t>User flow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4A250A35-576E-E2F2-830C-437CB835AA4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60BD3BD8-A71B-41C0-7EC4-85ACA0C15D17}"/>
              </a:ext>
            </a:extLst>
          </p:cNvPr>
          <p:cNvSpPr/>
          <p:nvPr/>
        </p:nvSpPr>
        <p:spPr>
          <a:xfrm>
            <a:off x="13666138" y="3825664"/>
            <a:ext cx="4072834" cy="446713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C1FAFE06-946E-5AA3-1972-A846C7649DCA}"/>
              </a:ext>
            </a:extLst>
          </p:cNvPr>
          <p:cNvSpPr/>
          <p:nvPr/>
        </p:nvSpPr>
        <p:spPr>
          <a:xfrm>
            <a:off x="9220200" y="416859"/>
            <a:ext cx="4306586" cy="68804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46021B2A-E3BD-3029-1878-ADD4A8C006E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5299"/>
          <a:stretch/>
        </p:blipFill>
        <p:spPr>
          <a:xfrm>
            <a:off x="13701806" y="-22437"/>
            <a:ext cx="4018116" cy="3714199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C70416A3-3833-1785-7971-8C8F567F5AC8}"/>
              </a:ext>
            </a:extLst>
          </p:cNvPr>
          <p:cNvSpPr/>
          <p:nvPr/>
        </p:nvSpPr>
        <p:spPr>
          <a:xfrm>
            <a:off x="13682757" y="-22437"/>
            <a:ext cx="4056215" cy="373661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EC36B8C-2250-DC0A-C0C3-36889D5D92B6}"/>
              </a:ext>
            </a:extLst>
          </p:cNvPr>
          <p:cNvSpPr txBox="1"/>
          <p:nvPr/>
        </p:nvSpPr>
        <p:spPr>
          <a:xfrm>
            <a:off x="609600" y="544367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+mj-lt"/>
              </a:rPr>
              <a:t>Etat des lieux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07B9B31-78DB-16E9-5C81-258C0321A3F9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F0AF5E88-9454-0BA2-F109-37FD68DCCB57}"/>
              </a:ext>
            </a:extLst>
          </p:cNvPr>
          <p:cNvSpPr txBox="1"/>
          <p:nvPr/>
        </p:nvSpPr>
        <p:spPr>
          <a:xfrm>
            <a:off x="13080527" y="9618255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solidFill>
                  <a:schemeClr val="bg1"/>
                </a:solidFill>
              </a:rPr>
              <a:t>Page </a:t>
            </a:r>
            <a:fld id="{0C6161A5-2ABC-4CD5-A0CA-20BCC3409828}" type="slidenum">
              <a:rPr lang="fr-FR" b="1" smtClean="0">
                <a:solidFill>
                  <a:schemeClr val="bg1"/>
                </a:solidFill>
              </a:rPr>
              <a:pPr algn="r"/>
              <a:t>1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213B718C-22F3-7D77-0476-625CE70C63A0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noProof="0" dirty="0">
                <a:solidFill>
                  <a:srgbClr val="FF5C19"/>
                </a:solidFill>
                <a:latin typeface="+mj-lt"/>
                <a:ea typeface="Montserrat"/>
                <a:cs typeface="Montserrat"/>
                <a:sym typeface="Montserrat"/>
              </a:rPr>
              <a:t>Titre section</a:t>
            </a:r>
            <a:endParaRPr lang="fr-FR" sz="3200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C8AB4DC-BB01-99CD-492D-D4E8B8EA5B13}"/>
              </a:ext>
            </a:extLst>
          </p:cNvPr>
          <p:cNvSpPr txBox="1"/>
          <p:nvPr/>
        </p:nvSpPr>
        <p:spPr>
          <a:xfrm>
            <a:off x="9228044" y="744422"/>
            <a:ext cx="42987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Légende Photo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727584-0916-DD1F-98EB-811A69DCD57D}"/>
              </a:ext>
            </a:extLst>
          </p:cNvPr>
          <p:cNvSpPr txBox="1"/>
          <p:nvPr/>
        </p:nvSpPr>
        <p:spPr>
          <a:xfrm>
            <a:off x="9241828" y="9912271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A37ECA8-F900-7861-8CA8-9BF94869E023}"/>
              </a:ext>
            </a:extLst>
          </p:cNvPr>
          <p:cNvSpPr txBox="1"/>
          <p:nvPr/>
        </p:nvSpPr>
        <p:spPr>
          <a:xfrm>
            <a:off x="13688150" y="3355690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3FA5D0-5615-DD46-D15A-F73A1D0EC3E5}"/>
              </a:ext>
            </a:extLst>
          </p:cNvPr>
          <p:cNvSpPr txBox="1"/>
          <p:nvPr/>
        </p:nvSpPr>
        <p:spPr>
          <a:xfrm>
            <a:off x="13709633" y="7944258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A0D1D5-2171-4CB0-CD27-A8DBDF2BB563}"/>
              </a:ext>
            </a:extLst>
          </p:cNvPr>
          <p:cNvSpPr txBox="1"/>
          <p:nvPr/>
        </p:nvSpPr>
        <p:spPr>
          <a:xfrm>
            <a:off x="13688150" y="9901286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3D8A81-C46E-5E54-ABAB-4F014F975B0A}"/>
              </a:ext>
            </a:extLst>
          </p:cNvPr>
          <p:cNvSpPr txBox="1">
            <a:spLocks noChangeAspect="1"/>
          </p:cNvSpPr>
          <p:nvPr/>
        </p:nvSpPr>
        <p:spPr>
          <a:xfrm>
            <a:off x="609599" y="2476591"/>
            <a:ext cx="8332270" cy="7246599"/>
          </a:xfrm>
          <a:prstGeom prst="rect">
            <a:avLst/>
          </a:prstGeom>
          <a:noFill/>
        </p:spPr>
        <p:txBody>
          <a:bodyPr wrap="square" numCol="2" spcCol="468000">
            <a:norm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72">
            <a:extLst>
              <a:ext uri="{FF2B5EF4-FFF2-40B4-BE49-F238E27FC236}">
                <a16:creationId xmlns:a16="http://schemas.microsoft.com/office/drawing/2014/main" id="{53ACEEB4-F9F1-E8B2-FF91-A7B1A8BC97BB}"/>
              </a:ext>
            </a:extLst>
          </p:cNvPr>
          <p:cNvSpPr txBox="1"/>
          <p:nvPr/>
        </p:nvSpPr>
        <p:spPr>
          <a:xfrm>
            <a:off x="6786883" y="1630999"/>
            <a:ext cx="1823717" cy="53091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dirty="0">
                <a:solidFill>
                  <a:schemeClr val="bg1"/>
                </a:solidFill>
                <a:latin typeface="+mj-lt"/>
                <a:cs typeface="Poppins" panose="00000800000000000000" pitchFamily="2" charset="0"/>
              </a:rPr>
              <a:t>Texte Détail Info Clé</a:t>
            </a:r>
            <a:endParaRPr lang="id-ID" sz="1500" dirty="0">
              <a:solidFill>
                <a:schemeClr val="bg1"/>
              </a:solidFill>
              <a:latin typeface="+mj-lt"/>
              <a:cs typeface="Poppins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5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5D2F9-E5B0-4EF6-1EE0-FBD6341D7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E3C2968D-181A-0E7B-CF78-6AD31B55D1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r="55"/>
          <a:stretch/>
        </p:blipFill>
        <p:spPr>
          <a:xfrm>
            <a:off x="9225208" y="1218913"/>
            <a:ext cx="4306590" cy="4457700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7961F6C-D4D2-3B22-2840-3668CAB6A874}"/>
              </a:ext>
            </a:extLst>
          </p:cNvPr>
          <p:cNvSpPr/>
          <p:nvPr/>
        </p:nvSpPr>
        <p:spPr>
          <a:xfrm>
            <a:off x="9220200" y="1226678"/>
            <a:ext cx="4328215" cy="445936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B7E023E-854D-C737-B4A7-031D389143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" r="291"/>
          <a:stretch/>
        </p:blipFill>
        <p:spPr>
          <a:xfrm>
            <a:off x="9225207" y="5790912"/>
            <a:ext cx="4323207" cy="4496087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1B3C333-B121-5C37-A38B-871C629DA83A}"/>
              </a:ext>
            </a:extLst>
          </p:cNvPr>
          <p:cNvSpPr/>
          <p:nvPr/>
        </p:nvSpPr>
        <p:spPr>
          <a:xfrm>
            <a:off x="9225208" y="5790912"/>
            <a:ext cx="4306589" cy="4459363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B592AC4-4952-C944-B517-73D01DDB70CF}"/>
              </a:ext>
            </a:extLst>
          </p:cNvPr>
          <p:cNvSpPr txBox="1"/>
          <p:nvPr/>
        </p:nvSpPr>
        <p:spPr>
          <a:xfrm>
            <a:off x="9222507" y="5328853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6D59F30-B722-E507-5DAA-5A819211B772}"/>
              </a:ext>
            </a:extLst>
          </p:cNvPr>
          <p:cNvSpPr txBox="1"/>
          <p:nvPr/>
        </p:nvSpPr>
        <p:spPr>
          <a:xfrm>
            <a:off x="14527975" y="1228342"/>
            <a:ext cx="24028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+mj-lt"/>
              </a:rPr>
              <a:t>User flow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F2F1D748-8E45-0382-7F38-C64FBEA1AC6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r="3307"/>
          <a:stretch/>
        </p:blipFill>
        <p:spPr>
          <a:xfrm>
            <a:off x="13685188" y="3825663"/>
            <a:ext cx="4034734" cy="4467129"/>
          </a:xfrm>
          <a:prstGeom prst="rect">
            <a:avLst/>
          </a:prstGeom>
        </p:spPr>
      </p:pic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ACE6EED7-8F6C-E37E-8B1E-1FBD0B5CDF37}"/>
              </a:ext>
            </a:extLst>
          </p:cNvPr>
          <p:cNvSpPr/>
          <p:nvPr/>
        </p:nvSpPr>
        <p:spPr>
          <a:xfrm>
            <a:off x="13666138" y="3869637"/>
            <a:ext cx="4072834" cy="442315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81606CBB-F0F1-678A-12C6-F01714A1A88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9" b="5299"/>
          <a:stretch/>
        </p:blipFill>
        <p:spPr>
          <a:xfrm>
            <a:off x="13701806" y="-22437"/>
            <a:ext cx="4018116" cy="3714199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9D88DA99-EA70-597F-60AC-B00AB949D4ED}"/>
              </a:ext>
            </a:extLst>
          </p:cNvPr>
          <p:cNvSpPr/>
          <p:nvPr/>
        </p:nvSpPr>
        <p:spPr>
          <a:xfrm>
            <a:off x="13682757" y="-32417"/>
            <a:ext cx="4056215" cy="3746595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tx1">
                  <a:alpha val="17000"/>
                </a:schemeClr>
              </a:gs>
              <a:gs pos="100000">
                <a:schemeClr val="tx1"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FC95925-A134-F4F8-44EE-A0A6BC7ACF75}"/>
              </a:ext>
            </a:extLst>
          </p:cNvPr>
          <p:cNvSpPr txBox="1"/>
          <p:nvPr/>
        </p:nvSpPr>
        <p:spPr>
          <a:xfrm>
            <a:off x="609599" y="544367"/>
            <a:ext cx="611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Etat des lieux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0D033D8-3B4B-85EB-F2C8-4A525ED30BCF}"/>
              </a:ext>
            </a:extLst>
          </p:cNvPr>
          <p:cNvSpPr txBox="1"/>
          <p:nvPr/>
        </p:nvSpPr>
        <p:spPr>
          <a:xfrm>
            <a:off x="13080527" y="9618255"/>
            <a:ext cx="4622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/>
              <a:t>Page </a:t>
            </a:r>
            <a:fld id="{0C6161A5-2ABC-4CD5-A0CA-20BCC3409828}" type="slidenum">
              <a:rPr lang="fr-FR" b="1" smtClean="0"/>
              <a:pPr algn="r"/>
              <a:t>2</a:t>
            </a:fld>
            <a:endParaRPr lang="fr-FR" b="1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C0D0366-5AAF-E303-7ED5-44DC2ADDE375}"/>
              </a:ext>
            </a:extLst>
          </p:cNvPr>
          <p:cNvSpPr txBox="1"/>
          <p:nvPr/>
        </p:nvSpPr>
        <p:spPr>
          <a:xfrm>
            <a:off x="609600" y="1211079"/>
            <a:ext cx="476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solidFill>
                  <a:srgbClr val="FF5C19"/>
                </a:solidFill>
                <a:ea typeface="Montserrat"/>
                <a:cs typeface="Montserrat"/>
                <a:sym typeface="Montserrat"/>
              </a:rPr>
              <a:t>Titre section</a:t>
            </a:r>
            <a:endParaRPr lang="fr-FR" sz="3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4E1CF7E-BADC-9713-A39E-B801F0CE4CFB}"/>
              </a:ext>
            </a:extLst>
          </p:cNvPr>
          <p:cNvSpPr txBox="1"/>
          <p:nvPr/>
        </p:nvSpPr>
        <p:spPr>
          <a:xfrm>
            <a:off x="9241828" y="9902816"/>
            <a:ext cx="43065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16000D-19E7-BE60-AEBF-7F120B700B7D}"/>
              </a:ext>
            </a:extLst>
          </p:cNvPr>
          <p:cNvSpPr txBox="1"/>
          <p:nvPr/>
        </p:nvSpPr>
        <p:spPr>
          <a:xfrm>
            <a:off x="13719158" y="3342037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476837C-5864-DC53-53A3-31FC9D2207C9}"/>
              </a:ext>
            </a:extLst>
          </p:cNvPr>
          <p:cNvSpPr txBox="1"/>
          <p:nvPr/>
        </p:nvSpPr>
        <p:spPr>
          <a:xfrm>
            <a:off x="13709633" y="7915230"/>
            <a:ext cx="40293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</a:rPr>
              <a:t>Légende Photo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CC15E7-C1EB-BF7B-4862-E81904825FD0}"/>
              </a:ext>
            </a:extLst>
          </p:cNvPr>
          <p:cNvSpPr txBox="1"/>
          <p:nvPr/>
        </p:nvSpPr>
        <p:spPr>
          <a:xfrm>
            <a:off x="13685908" y="8470667"/>
            <a:ext cx="40293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Remonté conforme des compteurs CVC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AED74C-47D4-38B6-21AB-AAE4B15C2E94}"/>
              </a:ext>
            </a:extLst>
          </p:cNvPr>
          <p:cNvSpPr txBox="1"/>
          <p:nvPr/>
        </p:nvSpPr>
        <p:spPr>
          <a:xfrm>
            <a:off x="609599" y="2476591"/>
            <a:ext cx="8332270" cy="7200000"/>
          </a:xfrm>
          <a:prstGeom prst="rect">
            <a:avLst/>
          </a:prstGeom>
          <a:noFill/>
        </p:spPr>
        <p:txBody>
          <a:bodyPr wrap="square" numCol="2" spcCol="468000">
            <a:no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Texte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r>
              <a:rPr lang="fr-FR" sz="15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5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Texte</a:t>
            </a:r>
            <a:endParaRPr lang="fr-FR" sz="15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fr-FR" sz="15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fr-FR" sz="15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fr-FR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A5F6D7E-1C53-8D8A-6F40-BAB79873CA7D}"/>
              </a:ext>
            </a:extLst>
          </p:cNvPr>
          <p:cNvCxnSpPr>
            <a:cxnSpLocks/>
          </p:cNvCxnSpPr>
          <p:nvPr/>
        </p:nvCxnSpPr>
        <p:spPr>
          <a:xfrm>
            <a:off x="4282440" y="679966"/>
            <a:ext cx="4328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296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nalisé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chemeClr val="tx1">
                <a:alpha val="29000"/>
              </a:schemeClr>
            </a:gs>
            <a:gs pos="100000">
              <a:schemeClr val="tx1"/>
            </a:gs>
          </a:gsLst>
          <a:lin ang="540000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d7cf28-00fc-4e86-a149-804d1839a458" xsi:nil="true"/>
    <lcf76f155ced4ddcb4097134ff3c332f xmlns="bf0a6765-dc68-4f24-bddf-c349c075681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5DB79A98ABF248B903CEC03EA44FE8" ma:contentTypeVersion="13" ma:contentTypeDescription="Crée un document." ma:contentTypeScope="" ma:versionID="eabca4f27a9c3130bef6b4c261ef1751">
  <xsd:schema xmlns:xsd="http://www.w3.org/2001/XMLSchema" xmlns:xs="http://www.w3.org/2001/XMLSchema" xmlns:p="http://schemas.microsoft.com/office/2006/metadata/properties" xmlns:ns2="bf0a6765-dc68-4f24-bddf-c349c0756815" xmlns:ns3="17d7cf28-00fc-4e86-a149-804d1839a458" targetNamespace="http://schemas.microsoft.com/office/2006/metadata/properties" ma:root="true" ma:fieldsID="52352792db4dc5773d4c2bf08be5aad2" ns2:_="" ns3:_="">
    <xsd:import namespace="bf0a6765-dc68-4f24-bddf-c349c0756815"/>
    <xsd:import namespace="17d7cf28-00fc-4e86-a149-804d1839a4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a6765-dc68-4f24-bddf-c349c0756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b6c85022-2d8a-472e-bf64-bcff6f3cc3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7cf28-00fc-4e86-a149-804d1839a45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5353cb5-4ac8-40a2-a6fd-ad2d151d709b}" ma:internalName="TaxCatchAll" ma:showField="CatchAllData" ma:web="17d7cf28-00fc-4e86-a149-804d1839a4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EB67FF-486C-44E7-A3C3-F8A046E861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D5E1EA-E24D-450B-8CC5-FC9D0D2E4B38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17d7cf28-00fc-4e86-a149-804d1839a458"/>
    <ds:schemaRef ds:uri="http://schemas.openxmlformats.org/package/2006/metadata/core-properties"/>
    <ds:schemaRef ds:uri="c71efbff-53c5-4d70-aa29-28c7c2c6b442"/>
    <ds:schemaRef ds:uri="http://schemas.microsoft.com/office/2006/metadata/properties"/>
    <ds:schemaRef ds:uri="http://purl.org/dc/dcmitype/"/>
    <ds:schemaRef ds:uri="bf0a6765-dc68-4f24-bddf-c349c0756815"/>
  </ds:schemaRefs>
</ds:datastoreItem>
</file>

<file path=customXml/itemProps3.xml><?xml version="1.0" encoding="utf-8"?>
<ds:datastoreItem xmlns:ds="http://schemas.openxmlformats.org/officeDocument/2006/customXml" ds:itemID="{9D1B7BCE-E28F-4E50-B27B-B5DD958438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0a6765-dc68-4f24-bddf-c349c0756815"/>
    <ds:schemaRef ds:uri="17d7cf28-00fc-4e86-a149-804d1839a4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16485</TotalTime>
  <Words>750</Words>
  <Application>Microsoft Office PowerPoint</Application>
  <PresentationFormat>Personnalisé</PresentationFormat>
  <Paragraphs>24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Verdana</vt:lpstr>
      <vt:lpstr>Aptos</vt:lpstr>
      <vt:lpstr>Montserrat</vt:lpstr>
      <vt:lpstr>Office Theme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 GROUPE NOVIA CORP - BUILD 4 USE AMO</dc:title>
  <dc:creator>Nicolas Tritz</dc:creator>
  <cp:lastModifiedBy>Octave CINQUANTA</cp:lastModifiedBy>
  <cp:revision>6</cp:revision>
  <dcterms:created xsi:type="dcterms:W3CDTF">2006-08-16T00:00:00Z</dcterms:created>
  <dcterms:modified xsi:type="dcterms:W3CDTF">2026-04-03T07:44:54Z</dcterms:modified>
  <dc:identifier>DAGPJcp8WuA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0x0101001A5DB79A98ABF248B903CEC03EA44FE8</vt:lpwstr>
  </property>
  <property fmtid="{D5CDD505-2E9C-101B-9397-08002B2CF9AE}" pid="3" name="MediaServiceImageTags">
    <vt:lpwstr/>
  </property>
</Properties>
</file>